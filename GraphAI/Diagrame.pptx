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A9A1-D874-97F8-FC97-1E7CEC266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FA4F5-6E7F-C27C-FD2B-178E36A79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BDCA5-2ACD-F528-CBE5-CB969C28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72D73-DC41-7E62-8328-CEC33CA7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876D4-A8EC-41E7-8318-8A6F2688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80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8F07-A90F-EDFD-AB67-A9D14515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D948-A7B9-D68D-2F4B-BEA72DEC5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894FC-9B92-4987-81F7-2C05912DA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D2832-2F9F-2D8D-20AB-BBF8B9E3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6CFBE-94B1-ED5E-F752-B78FCBC1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90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AF29-4AF8-7FAD-0573-CDE711B9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A81D0-6E0A-0B07-7CCF-1B7CC3126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65465-6A6F-6C68-BEB7-7680030E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91FEB-6897-4B8E-F4CD-369226B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795FA-8014-B52A-F3F9-0ADFB951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92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F224-1C32-C7BE-E374-9F66C5A5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0BED7-C39A-2E76-DF30-67012BEFD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A7326-1CDD-B0BA-106F-D5210C044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0550E-88E9-CF6F-6B59-B1F37DDB4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EBED3-0B97-4708-A6A5-1EF84DDB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0E9D7-12D0-D908-49A9-78188C14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21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8EB9-979C-E700-3F8B-30A51D19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755A9-6C4D-4525-40F4-22A0B326B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31B5-FCEA-BA5F-7D39-359A2C999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361D9-13C1-44D6-7511-618569EE0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EA0C8-3D16-A60B-04CE-FEE0D1441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09B8C9-DDAB-8359-F1E9-8E5E1534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089021-8AE6-010F-BC96-738AC32E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95F0C-AED3-A283-29E7-3990ABC4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6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90C4-B3BF-D179-E0F8-5A693D93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3A757-8B97-D68B-CD4D-8369750B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D2743-C5DD-B058-C958-0505105C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59E1F-A7CA-27F7-45C1-C6504AF5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54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EDA39-B821-941A-7130-C31998D0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1DBF7-6D47-3A5B-B99E-98D95CC1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06B4B-0D83-EB82-A972-494D155E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05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688A-1D7A-9822-F5DB-A4E409AB0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4A1BB-72F2-1622-1332-CDE035B75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2E176-BC7F-B500-DBC3-CA924201E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E0C99-38A9-E9F0-A1D5-1F177C68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B342F-705E-C842-C441-B2798036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7F96F-130D-144D-E6DC-D1972C94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82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6BDF-8C44-EC22-5AAA-830F4A1B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BF2E5-E623-638F-E88D-9E52AC623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50052-381F-8CB5-31BA-D8A72729B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06924-BBF5-902B-5303-6973F2B9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076D9-FACA-5D44-AF39-FBDCC2B2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DC0C7-AA72-09FC-545A-977F8C1D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52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07CD-6AA3-02C3-D6B3-93C4A72C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1442F-1AB8-A076-61C0-E2A2E5276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4DEE8-099A-EA88-BE08-254E8D85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0C3D-86FD-B904-986D-64E83E4E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5589-7ABB-3906-4877-BD69AA625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90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52F01-8897-9F4F-CCDB-8388C67B6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6452A-6DC1-3A14-6A6C-3C1ABB25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0278E-A4DB-B2BA-EA01-5BC6D47E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435C3-DA5A-7AA5-BEAA-9E470481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BB665-3D5B-A0BF-F806-F84D27F0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35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E68B-0256-5918-1F86-190A399E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9938-DDEA-35E1-35DF-7567DB5F5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51102-BA97-1097-98C9-02402231E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BC448-7F6A-494E-807F-1E53B3B0CC92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24DF-4F80-AD1C-E2EC-EBFBA8AAF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74972-0078-F193-EFCE-CD2CA46F1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B8CB9-D866-468E-8399-01F499A33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04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2387D-08E4-8024-EC99-80AF23B707E7}"/>
              </a:ext>
            </a:extLst>
          </p:cNvPr>
          <p:cNvSpPr/>
          <p:nvPr/>
        </p:nvSpPr>
        <p:spPr>
          <a:xfrm>
            <a:off x="7474688" y="424239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06A5C6-AC49-BEA7-592E-9E372B9E0BE6}"/>
              </a:ext>
            </a:extLst>
          </p:cNvPr>
          <p:cNvSpPr/>
          <p:nvPr/>
        </p:nvSpPr>
        <p:spPr>
          <a:xfrm>
            <a:off x="7474688" y="472440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C9348-D59E-04B9-26EE-90D58943BACC}"/>
              </a:ext>
            </a:extLst>
          </p:cNvPr>
          <p:cNvSpPr/>
          <p:nvPr/>
        </p:nvSpPr>
        <p:spPr>
          <a:xfrm>
            <a:off x="7474688" y="520641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02937-5A17-A422-9D1D-3B6880970136}"/>
              </a:ext>
            </a:extLst>
          </p:cNvPr>
          <p:cNvSpPr/>
          <p:nvPr/>
        </p:nvSpPr>
        <p:spPr>
          <a:xfrm>
            <a:off x="7474688" y="376038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DAF6F-56E7-4181-8FD3-09B62F04AF51}"/>
              </a:ext>
            </a:extLst>
          </p:cNvPr>
          <p:cNvSpPr/>
          <p:nvPr/>
        </p:nvSpPr>
        <p:spPr>
          <a:xfrm>
            <a:off x="10327758" y="424239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60B832-B013-AB58-159B-7A5AFAAD9E78}"/>
              </a:ext>
            </a:extLst>
          </p:cNvPr>
          <p:cNvSpPr/>
          <p:nvPr/>
        </p:nvSpPr>
        <p:spPr>
          <a:xfrm>
            <a:off x="10327758" y="472440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949C90-C3CF-F926-FB2B-63D74C27130D}"/>
              </a:ext>
            </a:extLst>
          </p:cNvPr>
          <p:cNvSpPr/>
          <p:nvPr/>
        </p:nvSpPr>
        <p:spPr>
          <a:xfrm>
            <a:off x="10327758" y="520641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B1564E-0D3A-180D-F13A-6BD98838E7B5}"/>
              </a:ext>
            </a:extLst>
          </p:cNvPr>
          <p:cNvSpPr/>
          <p:nvPr/>
        </p:nvSpPr>
        <p:spPr>
          <a:xfrm>
            <a:off x="10327758" y="376038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12A2B8-9E89-3135-48C6-BD103FE4AF43}"/>
              </a:ext>
            </a:extLst>
          </p:cNvPr>
          <p:cNvSpPr/>
          <p:nvPr/>
        </p:nvSpPr>
        <p:spPr>
          <a:xfrm>
            <a:off x="3955312" y="255181"/>
            <a:ext cx="4497571" cy="4678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Intrebare user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305F57-1204-1097-01CC-5112CEEA9831}"/>
              </a:ext>
            </a:extLst>
          </p:cNvPr>
          <p:cNvSpPr/>
          <p:nvPr/>
        </p:nvSpPr>
        <p:spPr>
          <a:xfrm>
            <a:off x="3955312" y="1800287"/>
            <a:ext cx="4497571" cy="5342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Prompt Engineer Automation Step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E26F0-3511-3390-8A39-B215151FBA51}"/>
              </a:ext>
            </a:extLst>
          </p:cNvPr>
          <p:cNvSpPr/>
          <p:nvPr/>
        </p:nvSpPr>
        <p:spPr>
          <a:xfrm>
            <a:off x="7474688" y="568842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31D482-7895-052D-1D2B-2815EA73738B}"/>
              </a:ext>
            </a:extLst>
          </p:cNvPr>
          <p:cNvSpPr/>
          <p:nvPr/>
        </p:nvSpPr>
        <p:spPr>
          <a:xfrm>
            <a:off x="10327758" y="5688421"/>
            <a:ext cx="1669312" cy="3402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9A9C91-D9DA-A7B3-91AE-B336477D209E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>
            <a:off x="6204098" y="2334518"/>
            <a:ext cx="2105246" cy="14258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64C5C6-C7AA-A5AC-BE78-5EE445CF5199}"/>
              </a:ext>
            </a:extLst>
          </p:cNvPr>
          <p:cNvSpPr txBox="1"/>
          <p:nvPr/>
        </p:nvSpPr>
        <p:spPr>
          <a:xfrm>
            <a:off x="7861527" y="2965289"/>
            <a:ext cx="1947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Web Search</a:t>
            </a:r>
          </a:p>
          <a:p>
            <a:r>
              <a:rPr lang="en-US" dirty="0"/>
              <a:t>Perplexity/Gemini</a:t>
            </a:r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921F2A-580F-56C1-7D69-7D6D22451163}"/>
              </a:ext>
            </a:extLst>
          </p:cNvPr>
          <p:cNvSpPr/>
          <p:nvPr/>
        </p:nvSpPr>
        <p:spPr>
          <a:xfrm>
            <a:off x="9675628" y="255181"/>
            <a:ext cx="2321442" cy="18925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 list official sites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1.Timpark.ro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Platforma</a:t>
            </a:r>
            <a:r>
              <a:rPr lang="en-US" dirty="0">
                <a:solidFill>
                  <a:schemeClr val="tx1"/>
                </a:solidFill>
              </a:rPr>
              <a:t> pentru gestionarea sistemului de parcare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pt. Timisoara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A174A8-8ACF-D1FB-89AF-EC0CE01BFB6D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204098" y="2334518"/>
            <a:ext cx="4632252" cy="7020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755950-61FD-88F9-6493-31D3125661C4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0643191" y="2147777"/>
            <a:ext cx="519223" cy="1612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7C4F73B-E9CE-F219-9920-1E0B3EC2D9AA}"/>
              </a:ext>
            </a:extLst>
          </p:cNvPr>
          <p:cNvSpPr txBox="1"/>
          <p:nvPr/>
        </p:nvSpPr>
        <p:spPr>
          <a:xfrm rot="10800000" flipV="1">
            <a:off x="10739218" y="2092912"/>
            <a:ext cx="16491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Grounded Web Search</a:t>
            </a:r>
          </a:p>
          <a:p>
            <a:pPr algn="ctr"/>
            <a:r>
              <a:rPr lang="en-US" dirty="0"/>
              <a:t>On m most relative sites from the list above</a:t>
            </a:r>
            <a:endParaRPr lang="en-GB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86B358-CC5E-5B5A-0015-668F33AA804B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309344" y="6028663"/>
            <a:ext cx="1366284" cy="2445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DC92EDF-197C-7094-F420-0472952736DB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9675628" y="6028663"/>
            <a:ext cx="1486786" cy="2445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037D198-A78B-ADAC-31A8-D662789E59ED}"/>
              </a:ext>
            </a:extLst>
          </p:cNvPr>
          <p:cNvSpPr txBox="1"/>
          <p:nvPr/>
        </p:nvSpPr>
        <p:spPr>
          <a:xfrm>
            <a:off x="8678111" y="6385887"/>
            <a:ext cx="1995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Web Context</a:t>
            </a:r>
            <a:endParaRPr lang="en-GB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BCDBD2-04ED-80C5-84F4-92F6F90698E2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204098" y="723014"/>
            <a:ext cx="0" cy="3508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C7FB606-6653-F6AE-2444-2A611FED272C}"/>
              </a:ext>
            </a:extLst>
          </p:cNvPr>
          <p:cNvSpPr/>
          <p:nvPr/>
        </p:nvSpPr>
        <p:spPr>
          <a:xfrm>
            <a:off x="194930" y="4493291"/>
            <a:ext cx="2321442" cy="18925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Serie de site-</a:t>
            </a:r>
            <a:r>
              <a:rPr lang="en-US" dirty="0" err="1">
                <a:solidFill>
                  <a:schemeClr val="tx1"/>
                </a:solidFill>
              </a:rPr>
              <a:t>uri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officiale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scrapuite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270A8A-F94D-19C5-6800-E6C30DF8601F}"/>
              </a:ext>
            </a:extLst>
          </p:cNvPr>
          <p:cNvSpPr/>
          <p:nvPr/>
        </p:nvSpPr>
        <p:spPr>
          <a:xfrm>
            <a:off x="194930" y="340242"/>
            <a:ext cx="2321442" cy="3902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Centralized national and local laws Database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3264CD6-89E9-1080-88AC-03E6C9F0D866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2516372" y="2291317"/>
            <a:ext cx="1499191" cy="1555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430ABD-84F7-0B71-869A-8FCA233BCE71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2516372" y="3847238"/>
            <a:ext cx="1499191" cy="15923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AB15EC5-2D85-92EF-DF54-6DE63061CC01}"/>
              </a:ext>
            </a:extLst>
          </p:cNvPr>
          <p:cNvSpPr txBox="1"/>
          <p:nvPr/>
        </p:nvSpPr>
        <p:spPr>
          <a:xfrm>
            <a:off x="454175" y="3391049"/>
            <a:ext cx="165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Vectorized </a:t>
            </a:r>
            <a:r>
              <a:rPr lang="en-US" dirty="0" err="1"/>
              <a:t>dbs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950603-1F0D-E8F8-53FD-B76CDD22E75A}"/>
              </a:ext>
            </a:extLst>
          </p:cNvPr>
          <p:cNvSpPr txBox="1"/>
          <p:nvPr/>
        </p:nvSpPr>
        <p:spPr>
          <a:xfrm>
            <a:off x="3579962" y="2821170"/>
            <a:ext cx="189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Similarity Search</a:t>
            </a:r>
          </a:p>
          <a:p>
            <a:pPr algn="ctr"/>
            <a:r>
              <a:rPr lang="en-US" dirty="0"/>
              <a:t>RAG</a:t>
            </a:r>
            <a:endParaRPr lang="en-GB" dirty="0"/>
          </a:p>
        </p:txBody>
      </p:sp>
      <p:sp>
        <p:nvSpPr>
          <p:cNvPr id="57" name="Left Brace 56">
            <a:extLst>
              <a:ext uri="{FF2B5EF4-FFF2-40B4-BE49-F238E27FC236}">
                <a16:creationId xmlns:a16="http://schemas.microsoft.com/office/drawing/2014/main" id="{52C17502-F5B5-2E8B-F027-96798B753076}"/>
              </a:ext>
            </a:extLst>
          </p:cNvPr>
          <p:cNvSpPr/>
          <p:nvPr/>
        </p:nvSpPr>
        <p:spPr>
          <a:xfrm rot="17997226">
            <a:off x="5700537" y="2875638"/>
            <a:ext cx="705022" cy="51224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CEF2B5-B95B-D9BF-F023-38828D4168A2}"/>
              </a:ext>
            </a:extLst>
          </p:cNvPr>
          <p:cNvSpPr txBox="1"/>
          <p:nvPr/>
        </p:nvSpPr>
        <p:spPr>
          <a:xfrm>
            <a:off x="2792500" y="5843997"/>
            <a:ext cx="3899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response = RAG+WEB CONTEXT</a:t>
            </a:r>
            <a:endParaRPr lang="en-GB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E54FFEB-49F2-1883-E9AB-BB28068C53D0}"/>
              </a:ext>
            </a:extLst>
          </p:cNvPr>
          <p:cNvSpPr/>
          <p:nvPr/>
        </p:nvSpPr>
        <p:spPr>
          <a:xfrm>
            <a:off x="3955312" y="1027734"/>
            <a:ext cx="4497571" cy="4678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Tools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577C658-F267-8074-9B38-F26F69B7CB68}"/>
              </a:ext>
            </a:extLst>
          </p:cNvPr>
          <p:cNvCxnSpPr>
            <a:cxnSpLocks/>
            <a:stCxn id="65" idx="2"/>
            <a:endCxn id="13" idx="0"/>
          </p:cNvCxnSpPr>
          <p:nvPr/>
        </p:nvCxnSpPr>
        <p:spPr>
          <a:xfrm>
            <a:off x="6204098" y="1495567"/>
            <a:ext cx="0" cy="304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65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286A-D0D2-41FB-2928-FADC0AC9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614D6-D9C7-9E13-4FEB-4DDC750D7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848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1.Plateste </a:t>
            </a:r>
            <a:r>
              <a:rPr lang="en-US" dirty="0" err="1"/>
              <a:t>parcarea</a:t>
            </a:r>
            <a:r>
              <a:rPr lang="en-US" dirty="0"/>
              <a:t> pe site-ul </a:t>
            </a:r>
            <a:r>
              <a:rPr lang="en-US" dirty="0" err="1"/>
              <a:t>Timpark</a:t>
            </a:r>
            <a:r>
              <a:rPr lang="en-US" dirty="0"/>
              <a:t> cu datele </a:t>
            </a:r>
            <a:r>
              <a:rPr lang="en-US" dirty="0" err="1"/>
              <a:t>utilizatorului</a:t>
            </a:r>
            <a:r>
              <a:rPr lang="en-US" dirty="0"/>
              <a:t>, </a:t>
            </a:r>
            <a:r>
              <a:rPr lang="en-US" dirty="0" err="1"/>
              <a:t>stabilite</a:t>
            </a:r>
            <a:r>
              <a:rPr lang="en-US" dirty="0"/>
              <a:t> in setup initial </a:t>
            </a:r>
            <a:r>
              <a:rPr lang="en-US" dirty="0" err="1"/>
              <a:t>prin</a:t>
            </a:r>
            <a:endParaRPr lang="en-US" dirty="0"/>
          </a:p>
          <a:p>
            <a:pPr lvl="1"/>
            <a:r>
              <a:rPr lang="en-US" dirty="0" err="1"/>
              <a:t>Incarcare</a:t>
            </a:r>
            <a:r>
              <a:rPr lang="en-US" dirty="0"/>
              <a:t> </a:t>
            </a:r>
            <a:r>
              <a:rPr lang="en-US" dirty="0" err="1"/>
              <a:t>buletin</a:t>
            </a:r>
            <a:endParaRPr lang="en-US" dirty="0"/>
          </a:p>
          <a:p>
            <a:pPr lvl="1"/>
            <a:r>
              <a:rPr lang="en-US" dirty="0" err="1"/>
              <a:t>Documente</a:t>
            </a:r>
            <a:r>
              <a:rPr lang="en-US" dirty="0"/>
              <a:t> relevant(</a:t>
            </a:r>
            <a:r>
              <a:rPr lang="en-US" dirty="0" err="1"/>
              <a:t>CF,permis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locatia</a:t>
            </a:r>
            <a:r>
              <a:rPr lang="en-US" dirty="0"/>
              <a:t> ta exacta, știind pe </a:t>
            </a:r>
            <a:r>
              <a:rPr lang="en-US" dirty="0" err="1"/>
              <a:t>ce</a:t>
            </a:r>
            <a:r>
              <a:rPr lang="en-US" dirty="0"/>
              <a:t> fel de culoare ai </a:t>
            </a:r>
            <a:r>
              <a:rPr lang="en-US" dirty="0" err="1"/>
              <a:t>parcat</a:t>
            </a:r>
            <a:endParaRPr lang="en-US" dirty="0"/>
          </a:p>
          <a:p>
            <a:r>
              <a:rPr lang="en-US" dirty="0"/>
              <a:t>!Activat la mesaje gen: </a:t>
            </a:r>
            <a:r>
              <a:rPr lang="en-US" dirty="0" err="1"/>
              <a:t>Plateste</a:t>
            </a:r>
            <a:r>
              <a:rPr lang="en-US" dirty="0"/>
              <a:t> parcare 2ore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2D9243-6FC6-65B9-DEBA-CDB7302E01E4}"/>
              </a:ext>
            </a:extLst>
          </p:cNvPr>
          <p:cNvSpPr txBox="1">
            <a:spLocks/>
          </p:cNvSpPr>
          <p:nvPr/>
        </p:nvSpPr>
        <p:spPr>
          <a:xfrm>
            <a:off x="838200" y="4706937"/>
            <a:ext cx="10515600" cy="1863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2. Calculator </a:t>
            </a:r>
            <a:r>
              <a:rPr lang="en-US" dirty="0" err="1"/>
              <a:t>impozit</a:t>
            </a:r>
            <a:r>
              <a:rPr lang="en-US" dirty="0"/>
              <a:t> masina</a:t>
            </a:r>
          </a:p>
          <a:p>
            <a:r>
              <a:rPr lang="en-US" dirty="0"/>
              <a:t>!Activat la prompt gen:</a:t>
            </a:r>
          </a:p>
          <a:p>
            <a:pPr lvl="1"/>
            <a:r>
              <a:rPr lang="en-US" dirty="0" err="1"/>
              <a:t>Calculeaza</a:t>
            </a:r>
            <a:r>
              <a:rPr lang="en-US" dirty="0"/>
              <a:t> </a:t>
            </a:r>
            <a:r>
              <a:rPr lang="en-US" dirty="0" err="1"/>
              <a:t>impozit</a:t>
            </a:r>
            <a:r>
              <a:rPr lang="en-US" dirty="0"/>
              <a:t> </a:t>
            </a:r>
            <a:r>
              <a:rPr lang="en-US" dirty="0" err="1"/>
              <a:t>passat</a:t>
            </a:r>
            <a:r>
              <a:rPr lang="en-US" dirty="0"/>
              <a:t> cc 2.0 in </a:t>
            </a:r>
            <a:r>
              <a:rPr lang="en-US" dirty="0" err="1"/>
              <a:t>timisoara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30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E28005-83FA-29CE-479C-D6D4C8C7AB7F}"/>
              </a:ext>
            </a:extLst>
          </p:cNvPr>
          <p:cNvSpPr/>
          <p:nvPr/>
        </p:nvSpPr>
        <p:spPr>
          <a:xfrm>
            <a:off x="244549" y="127592"/>
            <a:ext cx="2169042" cy="24348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Handwritten Document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2E92D-FE28-C107-7258-EC154E399F8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413591" y="1345020"/>
            <a:ext cx="18819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5B3C7F-5F1B-C7EF-FFDC-C045F210BA9E}"/>
              </a:ext>
            </a:extLst>
          </p:cNvPr>
          <p:cNvSpPr txBox="1"/>
          <p:nvPr/>
        </p:nvSpPr>
        <p:spPr>
          <a:xfrm>
            <a:off x="2817629" y="883355"/>
            <a:ext cx="10104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Scanner</a:t>
            </a:r>
          </a:p>
          <a:p>
            <a:endParaRPr lang="en-US" dirty="0"/>
          </a:p>
          <a:p>
            <a:r>
              <a:rPr lang="en-US" dirty="0"/>
              <a:t>Pictures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42D4C-FF18-5C99-109A-6981C537B510}"/>
              </a:ext>
            </a:extLst>
          </p:cNvPr>
          <p:cNvSpPr/>
          <p:nvPr/>
        </p:nvSpPr>
        <p:spPr>
          <a:xfrm>
            <a:off x="4295553" y="127592"/>
            <a:ext cx="1935126" cy="24348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Digital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Document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B714AF-F291-AF6B-4B5D-61C627D20448}"/>
              </a:ext>
            </a:extLst>
          </p:cNvPr>
          <p:cNvCxnSpPr>
            <a:stCxn id="12" idx="3"/>
          </p:cNvCxnSpPr>
          <p:nvPr/>
        </p:nvCxnSpPr>
        <p:spPr>
          <a:xfrm>
            <a:off x="6230679" y="1345020"/>
            <a:ext cx="13397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774D4-3DFD-0425-FDD3-DEFA8A6AF0A5}"/>
              </a:ext>
            </a:extLst>
          </p:cNvPr>
          <p:cNvSpPr/>
          <p:nvPr/>
        </p:nvSpPr>
        <p:spPr>
          <a:xfrm>
            <a:off x="7570380" y="205564"/>
            <a:ext cx="4540103" cy="24348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Tries to map the document to the list of categories in 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, creates one if it does not fit.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If category &gt; 0 restructures categories by merging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Creates chunk embeddings for the document</a:t>
            </a:r>
          </a:p>
          <a:p>
            <a:pPr marL="342900" indent="-342900" algn="ctr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Categorie: Taxe; </a:t>
            </a:r>
            <a:r>
              <a:rPr lang="en-US" dirty="0" err="1">
                <a:solidFill>
                  <a:schemeClr val="tx1"/>
                </a:solidFill>
              </a:rPr>
              <a:t>Embeding</a:t>
            </a:r>
            <a:r>
              <a:rPr lang="en-US" dirty="0">
                <a:solidFill>
                  <a:schemeClr val="tx1"/>
                </a:solidFill>
              </a:rPr>
              <a:t>=[</a:t>
            </a:r>
            <a:r>
              <a:rPr lang="en-US" dirty="0" err="1">
                <a:solidFill>
                  <a:schemeClr val="tx1"/>
                </a:solidFill>
              </a:rPr>
              <a:t>x,y,z</a:t>
            </a:r>
            <a:r>
              <a:rPr lang="en-US" dirty="0">
                <a:solidFill>
                  <a:schemeClr val="tx1"/>
                </a:solidFill>
              </a:rPr>
              <a:t>,….]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5EBEF-7CFB-1145-FAAC-FE00FF86FD08}"/>
              </a:ext>
            </a:extLst>
          </p:cNvPr>
          <p:cNvSpPr txBox="1"/>
          <p:nvPr/>
        </p:nvSpPr>
        <p:spPr>
          <a:xfrm>
            <a:off x="6187033" y="883355"/>
            <a:ext cx="14269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API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Embeddings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86084-7B4A-1326-6017-AEC5D6CFE7A5}"/>
              </a:ext>
            </a:extLst>
          </p:cNvPr>
          <p:cNvSpPr/>
          <p:nvPr/>
        </p:nvSpPr>
        <p:spPr>
          <a:xfrm>
            <a:off x="680484" y="2782188"/>
            <a:ext cx="10685721" cy="3948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Database design</a:t>
            </a:r>
          </a:p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Diferentiator</a:t>
            </a:r>
            <a:endParaRPr lang="en-US" sz="2400" dirty="0">
              <a:solidFill>
                <a:srgbClr val="FF0000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Scop: </a:t>
            </a:r>
            <a:r>
              <a:rPr lang="en-US" sz="2400" dirty="0" err="1">
                <a:solidFill>
                  <a:schemeClr val="tx1"/>
                </a:solidFill>
              </a:rPr>
              <a:t>Eficienta</a:t>
            </a:r>
            <a:r>
              <a:rPr lang="en-US" sz="2400" dirty="0">
                <a:solidFill>
                  <a:schemeClr val="tx1"/>
                </a:solidFill>
              </a:rPr>
              <a:t> pt RAG </a:t>
            </a:r>
            <a:r>
              <a:rPr lang="en-US" sz="2400" dirty="0" err="1">
                <a:solidFill>
                  <a:schemeClr val="tx1"/>
                </a:solidFill>
              </a:rPr>
              <a:t>sa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imbunatateasca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performanta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modelelor</a:t>
            </a:r>
            <a:r>
              <a:rPr lang="en-US" sz="2400" dirty="0">
                <a:solidFill>
                  <a:schemeClr val="tx1"/>
                </a:solidFill>
              </a:rPr>
              <a:t> in viitor pentru </a:t>
            </a:r>
            <a:r>
              <a:rPr lang="en-US" sz="2400" dirty="0" err="1">
                <a:solidFill>
                  <a:schemeClr val="tx1"/>
                </a:solidFill>
              </a:rPr>
              <a:t>legislatia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romaniei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 err="1">
                <a:solidFill>
                  <a:schemeClr val="tx1"/>
                </a:solidFill>
              </a:rPr>
              <a:t>Eficienta</a:t>
            </a:r>
            <a:r>
              <a:rPr lang="en-US" sz="2400" dirty="0">
                <a:solidFill>
                  <a:schemeClr val="tx1"/>
                </a:solidFill>
              </a:rPr>
              <a:t> din cauza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marL="342900" indent="-342900" algn="ctr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Indexare</a:t>
            </a:r>
            <a:r>
              <a:rPr lang="en-US" sz="2400" dirty="0">
                <a:solidFill>
                  <a:schemeClr val="tx1"/>
                </a:solidFill>
              </a:rPr>
              <a:t> pe categorie</a:t>
            </a:r>
          </a:p>
          <a:p>
            <a:pPr marL="342900" indent="-342900" algn="ctr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Calculare </a:t>
            </a:r>
            <a:r>
              <a:rPr lang="en-US" sz="2400" dirty="0" err="1">
                <a:solidFill>
                  <a:schemeClr val="tx1"/>
                </a:solidFill>
              </a:rPr>
              <a:t>Similaritate</a:t>
            </a:r>
            <a:r>
              <a:rPr lang="en-US" sz="2400" dirty="0">
                <a:solidFill>
                  <a:schemeClr val="tx1"/>
                </a:solidFill>
              </a:rPr>
              <a:t> pentru un subset specific din baza de date.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453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224</Words>
  <Application>Microsoft Office PowerPoint</Application>
  <PresentationFormat>Widescreen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Tools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Mădălin Ghilezan</dc:creator>
  <cp:lastModifiedBy>Mădălin Ghilezan</cp:lastModifiedBy>
  <cp:revision>1</cp:revision>
  <dcterms:created xsi:type="dcterms:W3CDTF">2025-06-01T08:38:38Z</dcterms:created>
  <dcterms:modified xsi:type="dcterms:W3CDTF">2025-06-01T09:17:48Z</dcterms:modified>
</cp:coreProperties>
</file>